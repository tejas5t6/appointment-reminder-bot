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nor Sans" charset="1" panose="02000000000000000000"/>
      <p:regular r:id="rId12"/>
    </p:embeddedFont>
    <p:embeddedFont>
      <p:font typeface="Clear Sans" charset="1" panose="020B0503030202020304"/>
      <p:regular r:id="rId13"/>
    </p:embeddedFont>
    <p:embeddedFont>
      <p:font typeface="Clear Sans Medium" charset="1" panose="020B0603030202020304"/>
      <p:regular r:id="rId14"/>
    </p:embeddedFont>
    <p:embeddedFont>
      <p:font typeface="Clear Sans Bold" charset="1" panose="020B08030302020203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DBE9E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Appointment Reminder Bot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# GENZ FOR GENAI INITIATIVE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DBE9EE"/>
                </a:solidFill>
                <a:latin typeface="Tenor Sans"/>
                <a:ea typeface="Tenor Sans"/>
                <a:cs typeface="Tenor Sans"/>
                <a:sym typeface="Tenor Sans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587836"/>
            <a:chOff x="0" y="0"/>
            <a:chExt cx="7264400" cy="745044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PEOPLE FORGET APPOINTMENTS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Many individuals struggle to remember their </a:t>
              </a:r>
              <a:r>
                <a:rPr lang="en-US" b="true" sz="2099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upcoming appointments</a:t>
              </a: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leading to missed opportunities and increased stress in managing their schedules.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1093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MISSED APPOINTMENTS ARE INEFFICIENT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513291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consequences of missed appointments include wasted time and resources, making it essential to find reliable solutions to improve attendance.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526406"/>
            <a:chOff x="0" y="0"/>
            <a:chExt cx="13017500" cy="7368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INTELLIGENT AUTOMATION SOLUTION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chatbot-based system </a:t>
              </a:r>
              <a:r>
                <a:rPr lang="en-US" b="true" sz="2099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automates</a:t>
              </a: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appointment reminders, collects user details, and generates </a:t>
              </a:r>
              <a:r>
                <a:rPr lang="en-US" b="true" sz="2099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timely</a:t>
              </a: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notifications based on individual preferences, enhancing efficiency.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DBE9E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Chatbot-Based Appointment Reminder System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DBE9EE"/>
                </a:solidFill>
                <a:latin typeface="Tenor Sans"/>
                <a:ea typeface="Tenor Sans"/>
                <a:cs typeface="Tenor Sans"/>
                <a:sym typeface="Tenor Sans"/>
              </a:rPr>
              <a:t>Role of GenAI in Reminders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LLM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ScaleDown LLM effectively analyzes appointment details and user preferences, ensuring tailored and relevant reminder messages for each individual.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NATURAL REMINDERS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By generating natural-sounding reminders, the LLM enhances user experience, making it easier to understand and act upon scheduled appointments.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BEHAVIOR SIMULATION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prototype simulates LLM behavior for demonstration purposes, illustrating its potential capabilities and paving the way for future real-world applications.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DBE9EE"/>
                </a:solidFill>
                <a:latin typeface="Tenor Sans"/>
                <a:ea typeface="Tenor Sans"/>
                <a:cs typeface="Tenor Sans"/>
                <a:sym typeface="Tenor Sans"/>
              </a:rPr>
              <a:t>Technology Stack and Key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APPOINTMENT SCHEDULING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system allows users to easily schedule appointments through a simple interface, ensuring they can manage their time effectively.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REMINDER CHANNEL SELECTION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can choose their preferred method for receiving reminders, like SMS, Email, or Push notifications, enhancing the system's usability.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NO-SHOW RISK INDICATION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DBE9E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bot indicates potential no-show risks by analyzing user behavior, helping users to be more proactive in managing their schedules.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306245" y="-8852838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6"/>
                </a:lnTo>
                <a:lnTo>
                  <a:pt x="0" y="2505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DBE9EE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307112"/>
            <a:ext cx="8324850" cy="1708766"/>
            <a:chOff x="0" y="0"/>
            <a:chExt cx="11099800" cy="227835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EMAIL ADDRESS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BE9E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SOCIAL HANDLE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2544138" y="5718333"/>
            <a:ext cx="83248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5543707"/>
            <a:ext cx="57847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DBE9EE"/>
                </a:solidFill>
                <a:latin typeface="Canva Sans"/>
                <a:ea typeface="Canva Sans"/>
                <a:cs typeface="Canva Sans"/>
                <a:sym typeface="Canva Sans"/>
              </a:rPr>
              <a:t>pandeytejas08@gmail.com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68254"/>
            <a:ext cx="4379320" cy="143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2735" b="true">
                <a:solidFill>
                  <a:srgbClr val="DBE9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https://www.linkedin.com/in/tejas-pandey-b25412382/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Appointment Reminder Bot</dc:description>
  <dc:identifier>DAHAjwGUxsA</dc:identifier>
  <dcterms:modified xsi:type="dcterms:W3CDTF">2011-08-01T06:04:30Z</dcterms:modified>
  <cp:revision>1</cp:revision>
  <dc:title>Presentation - Appointment Reminder Bot</dc:title>
</cp:coreProperties>
</file>